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1" r:id="rId3"/>
    <p:sldId id="257" r:id="rId4"/>
    <p:sldId id="272" r:id="rId5"/>
    <p:sldId id="262" r:id="rId6"/>
    <p:sldId id="269" r:id="rId7"/>
    <p:sldId id="270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292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9BE75-C1A9-3DFC-489F-D3860FF2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F554C-E6A9-D872-660D-2B27D599C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E590A-F745-4D61-1EE9-D79B82C89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9EC93-2916-1264-E147-F951B0D9CD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52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66996-3E18-0CAD-08A0-0F4441E2F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DD9E6-1497-B518-8055-E7ADD2D03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161A6-71BB-C6F6-5856-F6E699260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F31B1-B5E4-E3AC-AD02-23AE59247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62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078D4">
              <a:alpha val="18000"/>
            </a:srgbClr>
          </a:solidFill>
          <a:ln w="12700">
            <a:solidFill>
              <a:srgbClr val="0078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63840" y="-365760"/>
            <a:ext cx="2560320" cy="2560320"/>
          </a:xfrm>
          <a:prstGeom prst="ellipse">
            <a:avLst/>
          </a:prstGeom>
          <a:solidFill>
            <a:srgbClr val="00BCF2">
              <a:alpha val="12000"/>
            </a:srgbClr>
          </a:solidFill>
          <a:ln w="12700">
            <a:solidFill>
              <a:srgbClr val="00BCF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2834640"/>
            <a:ext cx="1097280" cy="54864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548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Microsoft Azure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Cloud Infrastructure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5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Terraform Design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 Healthcare Platform on Microsoft Azure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B8A"/>
                </a:solidFill>
              </a:rPr>
              <a:t>01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F7E91-7B89-6F66-A0CB-7ACB2429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084403-90BD-9D7F-2513-A06743D35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231" y="482600"/>
            <a:ext cx="4591537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59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19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408D61-13E8-B106-6B31-FE9C25A7B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774" y="482600"/>
            <a:ext cx="4296451" cy="41782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56A41-BCAD-B606-6548-7153E323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144982-EC72-6BFE-600D-10BCDB45C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469" y="482600"/>
            <a:ext cx="3165061" cy="4178299"/>
          </a:xfrm>
          <a:prstGeom prst="rect">
            <a:avLst/>
          </a:prstGeom>
          <a:ln>
            <a:noFill/>
          </a:ln>
        </p:spPr>
      </p:pic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0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Event Processing Layer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BFDF"/>
                </a:solidFill>
              </a:rPr>
              <a:t>07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69080" cy="2651760"/>
          </a:xfrm>
          <a:prstGeom prst="roundRect">
            <a:avLst>
              <a:gd name="adj" fmla="val 3448"/>
            </a:avLst>
          </a:prstGeom>
          <a:solidFill>
            <a:srgbClr val="0D2137"/>
          </a:solidFill>
          <a:ln w="190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2618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Document Intelligence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920240"/>
            <a:ext cx="3611880" cy="22860"/>
          </a:xfrm>
          <a:prstGeom prst="rect">
            <a:avLst/>
          </a:prstGeom>
          <a:solidFill>
            <a:srgbClr val="0078D4">
              <a:alpha val="4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21792" y="2103120"/>
            <a:ext cx="128016" cy="12801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text extraction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2505456"/>
            <a:ext cx="128016" cy="12801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3957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from unstructured docs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2907792"/>
            <a:ext cx="128016" cy="12801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7980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table recognition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" y="3310128"/>
            <a:ext cx="128016" cy="12801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3200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document parsing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069080" cy="2651760"/>
          </a:xfrm>
          <a:prstGeom prst="roundRect">
            <a:avLst>
              <a:gd name="adj" fmla="val 3448"/>
            </a:avLst>
          </a:prstGeom>
          <a:solidFill>
            <a:srgbClr val="0D2137"/>
          </a:solidFill>
          <a:ln w="1905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23560" y="12618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56048" y="1920240"/>
            <a:ext cx="3611880" cy="22860"/>
          </a:xfrm>
          <a:prstGeom prst="rect">
            <a:avLst/>
          </a:prstGeom>
          <a:solidFill>
            <a:srgbClr val="00BCF2">
              <a:alpha val="40000"/>
            </a:srgbClr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10912" y="2103120"/>
            <a:ext cx="128016" cy="128016"/>
          </a:xfrm>
          <a:prstGeom prst="ellipse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19933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processing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10912" y="2505456"/>
            <a:ext cx="128016" cy="128016"/>
          </a:xfrm>
          <a:prstGeom prst="ellipse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212080" y="23957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model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10912" y="2907792"/>
            <a:ext cx="128016" cy="128016"/>
          </a:xfrm>
          <a:prstGeom prst="ellipse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212080" y="27980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10912" y="3310128"/>
            <a:ext cx="128016" cy="128016"/>
          </a:xfrm>
          <a:prstGeom prst="ellipse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212080" y="3200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blob upload or queue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913632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0D2137"/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" y="4279392"/>
            <a:ext cx="1737360" cy="475488"/>
          </a:xfrm>
          <a:prstGeom prst="roundRect">
            <a:avLst>
              <a:gd name="adj" fmla="val 961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1792" y="4279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 Event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59152" y="427939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CF2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633472" y="4279392"/>
            <a:ext cx="1737360" cy="475488"/>
          </a:xfrm>
          <a:prstGeom prst="roundRect">
            <a:avLst>
              <a:gd name="adj" fmla="val 961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633472" y="4279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Function Trigger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70832" y="427939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CF2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645152" y="4279392"/>
            <a:ext cx="1737360" cy="475488"/>
          </a:xfrm>
          <a:prstGeom prst="roundRect">
            <a:avLst>
              <a:gd name="adj" fmla="val 961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45152" y="4279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OCR Processing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82512" y="427939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CF2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656832" y="4279392"/>
            <a:ext cx="1737360" cy="475488"/>
          </a:xfrm>
          <a:prstGeom prst="roundRect">
            <a:avLst>
              <a:gd name="adj" fmla="val 961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656832" y="4279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 Update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BFDF"/>
                </a:solidFill>
              </a:rPr>
              <a:t>14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73352" y="1211580"/>
            <a:ext cx="199339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5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340864" y="1376172"/>
            <a:ext cx="658368" cy="65836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340864" y="13761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64792" y="21259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Ingress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64792" y="245516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Gateway as single entry point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94760" y="1211580"/>
            <a:ext cx="199339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5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62272" y="1376172"/>
            <a:ext cx="658368" cy="65836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62272" y="13761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86200" y="21259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Protection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86200" y="245516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rules defending all public endpoints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16168" y="1211580"/>
            <a:ext cx="199339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5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83680" y="1376172"/>
            <a:ext cx="658368" cy="65836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0" y="13761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07608" y="21259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07608" y="245516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via Azure AKS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79208" y="1280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340864" y="3108960"/>
            <a:ext cx="199339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5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008376" y="3273552"/>
            <a:ext cx="658368" cy="65836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008376" y="32735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432304" y="402336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32304" y="435254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DB, Functions, Comm. Services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57800" y="3108960"/>
            <a:ext cx="199339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5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925312" y="3273552"/>
            <a:ext cx="658368" cy="65836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34456" y="3319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49240" y="402336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435254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for async processing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257800" y="3108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840480" cy="3840480"/>
          </a:xfrm>
          <a:prstGeom prst="ellipse">
            <a:avLst/>
          </a:prstGeom>
          <a:solidFill>
            <a:srgbClr val="0078D4">
              <a:alpha val="16000"/>
            </a:srgbClr>
          </a:solidFill>
          <a:ln w="12700">
            <a:solidFill>
              <a:srgbClr val="0078D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2926080"/>
            <a:ext cx="3474720" cy="3474720"/>
          </a:xfrm>
          <a:prstGeom prst="ellipse">
            <a:avLst/>
          </a:prstGeom>
          <a:solidFill>
            <a:srgbClr val="00BCF2">
              <a:alpha val="12000"/>
            </a:srgbClr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Outcomes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280160" cy="54864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658368"/>
          </a:xfrm>
          <a:prstGeom prst="roundRect">
            <a:avLst>
              <a:gd name="adj" fmla="val 9722"/>
            </a:avLst>
          </a:prstGeom>
          <a:solidFill>
            <a:srgbClr val="0D2137"/>
          </a:solidFill>
          <a:ln w="12700">
            <a:solidFill>
              <a:srgbClr val="0078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0432" y="16642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Private Endpoints + Managed Identity eliminate common attack vectors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048256"/>
            <a:ext cx="8046720" cy="658368"/>
          </a:xfrm>
          <a:prstGeom prst="roundRect">
            <a:avLst>
              <a:gd name="adj" fmla="val 9722"/>
            </a:avLst>
          </a:prstGeom>
          <a:solidFill>
            <a:srgbClr val="0D2137"/>
          </a:solidFill>
          <a:ln w="12700">
            <a:solidFill>
              <a:srgbClr val="0078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8368" y="2167128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Infrastructure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4140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and Cosmos DB scale independently to meet demand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798064"/>
            <a:ext cx="8046720" cy="658368"/>
          </a:xfrm>
          <a:prstGeom prst="roundRect">
            <a:avLst>
              <a:gd name="adj" fmla="val 9722"/>
            </a:avLst>
          </a:prstGeom>
          <a:solidFill>
            <a:srgbClr val="0D2137"/>
          </a:solidFill>
          <a:ln w="12700">
            <a:solidFill>
              <a:srgbClr val="0078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8368" y="2916936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2871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Provisioning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31638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deploy the full stack consistently across environments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547872"/>
            <a:ext cx="8046720" cy="658368"/>
          </a:xfrm>
          <a:prstGeom prst="roundRect">
            <a:avLst>
              <a:gd name="adj" fmla="val 9722"/>
            </a:avLst>
          </a:prstGeom>
          <a:solidFill>
            <a:srgbClr val="0D2137"/>
          </a:solidFill>
          <a:ln w="12700">
            <a:solidFill>
              <a:srgbClr val="0078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58368" y="3666744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3621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Operations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70432" y="39136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reduce infrastructure toil and operational overhead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297680"/>
            <a:ext cx="8046720" cy="658368"/>
          </a:xfrm>
          <a:prstGeom prst="roundRect">
            <a:avLst>
              <a:gd name="adj" fmla="val 9722"/>
            </a:avLst>
          </a:prstGeom>
          <a:solidFill>
            <a:srgbClr val="0D2137"/>
          </a:solidFill>
          <a:ln w="12700">
            <a:solidFill>
              <a:srgbClr val="0078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58368" y="4416552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8368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70432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Design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70432" y="4663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B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Compliant, observable, and maintainable for production workloads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B8A"/>
                </a:solidFill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18444</TotalTime>
  <Words>200</Words>
  <Application>Microsoft Office PowerPoint</Application>
  <PresentationFormat>On-screen Show (16:9)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Cloud Infrastructure &amp; Terraform Design</dc:title>
  <dc:subject>PptxGenJS Presentation</dc:subject>
  <dc:creator>PptxGenJS</dc:creator>
  <cp:lastModifiedBy>Aswin Aswathy Saju(UST,IN)</cp:lastModifiedBy>
  <cp:revision>5</cp:revision>
  <dcterms:created xsi:type="dcterms:W3CDTF">2026-06-10T01:38:52Z</dcterms:created>
  <dcterms:modified xsi:type="dcterms:W3CDTF">2026-06-30T05:42:50Z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2026-06-10T04:43:34Z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2042b325-5d1b-457f-9da8-5605e6c74d55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